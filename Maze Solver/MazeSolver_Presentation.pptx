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Maze Solver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with DFS &amp; BFS  |  C++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822960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Ahmed Elzamzamy  —  2401507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278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Esraa Mohsen Omar  —  2401532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753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Zahraa Reda Mohamed  —  2401422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227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 Ali Mohamed  —  2401569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Eng. Katreen Essam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0" y="2103120"/>
            <a:ext cx="3200400" cy="256032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· · · # · #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* # · #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· # * * · #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· · · * E #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# # # #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48F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maze using DFS and BFS graph traversal algorithms implemented in C++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0233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48F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Maze Model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 with '#' walls, ' ' paths, 'S' start, 'E' exit — modeled as a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0233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48F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Algorithms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Depth-First Search (DFS) and Breadth-First Search (BFS)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3017520"/>
            <a:ext cx="4023360" cy="1691640"/>
          </a:xfrm>
          <a:prstGeom prst="rect">
            <a:avLst/>
          </a:prstGeom>
          <a:solidFill>
            <a:srgbClr val="112233"/>
          </a:solidFill>
          <a:ln w="12700">
            <a:solidFill>
              <a:srgbClr val="148F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108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Analysis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 analysis plus visual path output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Depth-First Search (DFS)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cell S, mark as visited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explore each unvisited neighbor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exit E found → record path and stop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dead end → backtrack to previous cell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320040" cy="32004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Stack (recursive call stack)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02336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DFS – Recursive C++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(vector&lt;string&gt;&amp; maze,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vector&lt;vector&lt;bool&gt;&gt;&amp; visited,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int row, int col, int endR, int endC,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vector&lt;pair&lt;int,int&gt;&gt;&amp; path)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(maze[row][col] ==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visited[row][col])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visited[row][col] 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path.push_back({row, col});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(row == endR &amp;&amp; col == endC)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// Found!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Recurse 4 directions...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path.pop_back();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Backtrack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Breadth-First Search (BFS)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20040" cy="320040"/>
          </a:xfrm>
          <a:prstGeom prst="ellipse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start S, mark visited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20040" cy="320040"/>
          </a:xfrm>
          <a:prstGeom prst="ellipse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cell, enqueue unvisited neighbors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20040" cy="320040"/>
          </a:xfrm>
          <a:prstGeom prst="ellipse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parent of each cell for path reconstruction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20040" cy="320040"/>
          </a:xfrm>
          <a:prstGeom prst="ellipse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exit E is dequeued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320040" cy="320040"/>
          </a:xfrm>
          <a:prstGeom prst="ellipse">
            <a:avLst/>
          </a:prstGeom>
          <a:solidFill>
            <a:srgbClr val="0D6E5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Queue → guarantees SHORTEST path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02336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0D6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BFS – C++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32588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vector&lt;pair&lt;int,int&gt;&gt; 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queue&lt;pair&lt;int,int&gt;&gt; q;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q.push({startR, startC});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visited[startR][startC] 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9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(!q.empty())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[r, c] = q.front();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q.pop();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(r==endR &amp;&amp; c==endC)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Reconstruct path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path;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Enqueue neighbors...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parent[{nr,nc}] = {r,c};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q.push({nr, nc});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{};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path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Visualization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solving, each cell in the solution path is marked with '*'. The maze is then reprinted showing the complete route from S to 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297680" cy="1691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20240"/>
            <a:ext cx="41148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B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pPr indent="0" marL="0">
              <a:buNone/>
            </a:pPr>
            <a:r>
              <a:rPr lang="en-US" sz="1100" dirty="0">
                <a:solidFill>
                  <a:srgbClr val="61AF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visualize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(vector&lt;string&gt; maze,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vector&lt;pair&lt;int,int&gt;&gt;&amp; path) {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[r, c] : path)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(maze[r][c] !=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maze[r][c] != </a:t>
            </a:r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maze[r][c] =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'*'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row : maze)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row &lt;&lt;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977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################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37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# * # # . #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93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 # * * * . #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350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 # . # * # #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 . . . * E #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862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################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18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3741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Length: 11 cells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630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Algorithm: BFS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&amp; Space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 = total cells in grid, E = passable connections between cells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05740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325880"/>
            <a:ext cx="205740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242316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325880"/>
            <a:ext cx="1965960" cy="4572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810512"/>
            <a:ext cx="205740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10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(Recursive)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68880" y="1810512"/>
            <a:ext cx="205740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1810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1810512"/>
            <a:ext cx="24231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81051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– call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1810512"/>
            <a:ext cx="19659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8105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313432"/>
            <a:ext cx="2057400" cy="475488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13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(Iterative)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468880" y="2313432"/>
            <a:ext cx="2057400" cy="475488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31343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2313432"/>
            <a:ext cx="2423160" cy="475488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3134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– explicit stack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40880" y="2313432"/>
            <a:ext cx="1965960" cy="475488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3134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16352"/>
            <a:ext cx="205740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816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68880" y="2816352"/>
            <a:ext cx="205740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281635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0" y="2816352"/>
            <a:ext cx="24231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8163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– queue + visited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040880" y="2816352"/>
            <a:ext cx="1965960" cy="475488"/>
          </a:xfrm>
          <a:prstGeom prst="rect">
            <a:avLst/>
          </a:prstGeom>
          <a:solidFill>
            <a:srgbClr val="112233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28163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474720"/>
            <a:ext cx="27432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Complexity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O(V+E)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visit each cell once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91840" y="3474720"/>
            <a:ext cx="27432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Space Complexity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1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O(V)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338328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 all cells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3474720"/>
            <a:ext cx="27432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Advantage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1792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Shortest!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6309360" y="4343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guarantees optimal path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  vs  BFS — Head to 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69080" cy="4023360"/>
          </a:xfrm>
          <a:prstGeom prst="rect">
            <a:avLst/>
          </a:prstGeom>
          <a:solidFill>
            <a:srgbClr val="0D1C2C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81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(Recursive)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0253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0025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paths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2374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523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guaranteed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449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0449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sparse mazes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narrow mazes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0873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40873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(recursive)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914400"/>
            <a:ext cx="4069080" cy="4023360"/>
          </a:xfrm>
          <a:prstGeom prst="rect">
            <a:avLst/>
          </a:prstGeom>
          <a:solidFill>
            <a:srgbClr val="081C18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60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BFS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148132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1481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00253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0025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by level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2374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252374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guaranteed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0449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0449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open mazes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566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465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open mazes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0873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40873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complex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70832" y="914400"/>
            <a:ext cx="402336" cy="4023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2651760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DC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743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DFS and BFS successfully solve mazes — but with different strategies and path quality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685800"/>
          </a:xfrm>
          <a:prstGeom prst="rect">
            <a:avLst/>
          </a:prstGeom>
          <a:solidFill>
            <a:srgbClr val="0818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96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8196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is preferred when the SHORTEST path is required — it guarantees optimality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8412480" cy="685800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1518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615184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is simpler to implement recursively and uses less memory in deep, narrow mazes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8412480" cy="685800"/>
          </a:xfrm>
          <a:prstGeom prst="rect">
            <a:avLst/>
          </a:prstGeom>
          <a:solidFill>
            <a:srgbClr val="081828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1071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410712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 maze as a graph allows direct application of classic CS algorithms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8412480" cy="685800"/>
          </a:xfrm>
          <a:prstGeom prst="rect">
            <a:avLst/>
          </a:prstGeom>
          <a:solidFill>
            <a:srgbClr val="0D1C2C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06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Dijkstra/A* for weighted mazes, random maze generation, SFML visualization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8F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Maze Solver – Algorithms Final Project</dc:title>
  <dc:subject>PptxGenJS Presentation</dc:subject>
  <dc:creator>PptxGenJS</dc:creator>
  <cp:lastModifiedBy>PptxGenJS</cp:lastModifiedBy>
  <cp:revision>1</cp:revision>
  <dcterms:created xsi:type="dcterms:W3CDTF">2026-05-04T00:55:38Z</dcterms:created>
  <dcterms:modified xsi:type="dcterms:W3CDTF">2026-05-04T00:55:38Z</dcterms:modified>
</cp:coreProperties>
</file>